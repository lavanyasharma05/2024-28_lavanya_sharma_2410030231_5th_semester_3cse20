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805B05-E798-F4C6-518C-B16A447B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3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64643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Candidate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Student Name: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ASHISH KUMAR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Roll Number: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25SCS1003004431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Degree: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B.Tech (Computer Science &amp;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Academic Batch: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2026-2027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University: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IILM University, Greater Noida, U.P.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864643"/>
            <a:ext cx="4910613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Internship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Program Name: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AICTE – EduSkills Virtual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Specialization Domain: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AI Deployment &amp;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Duration: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8 Weeks (June 2026 – August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Certificate ID: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2026-E38A24E157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Offer Letter Ref: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C17Y2026M081511743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Candidate &amp; Program Overview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EduSkills Academy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is an ISO 9001:2015 and ISO 20000-1:2018 certified organization operating under the vision of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"Nation Building Through Skills"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6925"/>
            <a:ext cx="3819525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AICTE Collaboration: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Operates under the patronage of the AICTE National Internship Portal to empower engineering talent across India.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Industry Alignment: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Partners with leading global tech organizations to bridge academia and industry gaps in emerging tech.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Core Focus Domains: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Artificial Intelligence, MLOps, Cloud Computing, Cybersecurity, and Enterprise Automation.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4583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4695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9480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Organization Profile: EduSkills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The Industry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24807"/>
            <a:ext cx="46767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While academic curriculum extensively covers building Machine Learning and Deep Learning models, students often lack hands-on exposure to deploying models into real-world production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31422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 high-performing ML model in a Jupyter Notebook provides zero business value until it is exposed as a reliable, scalable, monitorable, and secure API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The Solution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24807"/>
            <a:ext cx="467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This internship addresses the complete end-to-end lifecycle of production AI: model serving, container packaging, cloud hosting, automated scaling, observability, and retraining triggers.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7044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Mastering industry-grade tools (FastAPI, Docker, Kubernetes, LangChain, SageMaker) to transform research prototypes into enterprise AI solutions.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Problem Statement &amp; Industry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API &amp; Containerization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Learn advanced model serving with FastAPI (async operations) and build portable, production-ready Docker containers for MLOps.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1406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Cloud &amp;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Deploy AI/GenAI models on Amazon SageMaker, Vertex AI, and Azure ML, and manage multi-container pods using Kubernetes.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3187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Agentic Workflows &amp;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187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Construct intelligent AI agents and business automation pipelines using LangChain, LlamaIndex, LangGraph, and Vector Databases.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4968" y="332065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Observability &amp;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4968" y="370165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Implement continuous monitoring and logging using Prometheus, Grafana, and Evidently AI for automated drift detection.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820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8203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8203"/>
            <a:ext cx="45720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8203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Core Project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2583656" cy="2843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55068"/>
            <a:ext cx="2583656" cy="284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55068"/>
            <a:ext cx="2583656" cy="2843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55068"/>
            <a:ext cx="2583656" cy="28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Serving &amp;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Languages &amp; APIs: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Python, FastAPI (Async REST Services)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00550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Frontend Integration: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Streamlit, Gradio Web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1406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DevOps &amp;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1406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Containers: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Docker, Kubernetes Cluster (Pods, Deployments)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1406" y="4400550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Cloud Platforms: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AWS SageMaker, Google Vertex AI, Azure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3187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GenAI &amp;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3187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Frameworks: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LangChain, LlamaIndex, 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3187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Serving &amp; RAG: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vLLM, Vector DBs, Quantization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4968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Monitoring &amp;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4968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Observability: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Prometheus, Grafana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4968" y="4193381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64748B"/>
                </a:solidFill>
                <a:latin typeface="Inter"/>
              </a:rPr>
              <a:t>Drift Analysis: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Evidently AI for data drift &amp; retraining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69393"/>
            <a:ext cx="31432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406" y="2769393"/>
            <a:ext cx="45720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187" y="276939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4968" y="2769393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Technologies &amp; MLOps Toolchain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690687"/>
            <a:ext cx="54006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Production AI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66962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Model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Base ML / LLM models providing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81300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API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FastAPI wrapper for sync &amp; async inference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956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Container &amp; Cloud: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Docker packaged containers orchestrated via Kubernetes on AWS/Azure/Vertex.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28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Agent &amp; App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LangChain &amp; LlamaIndex workflows integrated with Streamlit interfaces.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51008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Observability Layer: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Real-time tracking with Prometheus, Grafana, and Evidently AI.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81250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795587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209925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867150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524375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AI Deployment &amp; FastAPI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AI lifecycle, MLOps terminology, async API endpoints, and production readiness.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Docker &amp; CI/CD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Dockerfiles, container volumes, networking, and automated CI/CD for machine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Cloud AI &amp; GenAI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SageMaker, Vertex AI, Azure ML, vLLM serving, and model quantization techniques.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AI Agents &amp; Automation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LangChain, LlamaIndex, agent orchestration using LangGraph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1 to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Security &amp; App Integration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Streamlit/Gradio apps, model security, privacy, and bias mitigation strategies.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Kubernetes &amp; Observability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Container orchestration, Pods, Services, Prometheus, and Grafana logging.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Optimization &amp; Drift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Evidently AI drift detection, auto-retraining, Advanced RAG, and Vector DBs.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2563EB"/>
                </a:solidFill>
                <a:latin typeface="Poppins"/>
              </a:rPr>
              <a:t>Week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Applied Capstone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End-to-end full-stack RAG app deployment, business automation AI agents.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Curriculum Timeline (Weeks 5 to 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355056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Production-Ready API Development: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Developed high-throughput RESTful endpoints using FastAPI with async support for AI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276939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Containerization &amp; Orchestration: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Package ML models into lightweight Docker containers and orchestrating them via Kubernetes Pods &amp;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42661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Full-Stack RAG Application: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Built an end-to-end Retrieval-Augmented Generation application utilizing Vector Databases, FastAPI backend, and Streamlit frontend.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08384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Agentic Workflows for Automation: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Designed multi-step AI agents using LangChain and LangGraph for real-world enterprise business automation.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74106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Model Governance &amp; Drift Monitoring: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Configured Evidently AI alongside Prometheus and Grafana dashboards to track prediction drift and trigger retraining.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343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3681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40906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813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55356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Projects &amp; Demonstrated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6918"/>
            <a:ext cx="11049000" cy="37195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026443"/>
          <a:ext cx="11029949" cy="3700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4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Verification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Official Record / Credential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Internship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AI Deployment &amp; Automation Virtual Internship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Issuing Organization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EduSkills Academy (ISO 9001:2015 &amp; ISO 20000-1:2018 Certified)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Academic Patronage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AICTE National Internship Portal &amp; EduSkills Foundation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Certificate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2026-E38A24E157 (Issued: Jul 27, 2026)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Offer Letter Ref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C17Y2026M081511743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4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AICTE Student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STU69e64f015d76a1776701185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694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66083" y="30694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5790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66083" y="35790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088606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66083" y="4088606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458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66083" y="46458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2030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66083" y="52030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7126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66083" y="57126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255E-389A-BDCB-F44F-83F7D788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51BCE-E21B-9E7A-68CD-573D4568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93" y="1518249"/>
            <a:ext cx="6999463" cy="49383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91A47-47E2-3461-88FB-D4A5CF23F357}"/>
              </a:ext>
            </a:extLst>
          </p:cNvPr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155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1662112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8475" y="3719512"/>
            <a:ext cx="1828800" cy="3143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Ashish Kumar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8475" y="4367212"/>
            <a:ext cx="1828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Roll No: 25SCS1003004431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920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Vijendra Kumar</cp:lastModifiedBy>
  <cp:revision>3</cp:revision>
  <dcterms:created xsi:type="dcterms:W3CDTF">2013-01-27T09:14:16Z</dcterms:created>
  <dcterms:modified xsi:type="dcterms:W3CDTF">2026-08-19T20:01:30Z</dcterms:modified>
  <cp:category/>
</cp:coreProperties>
</file>