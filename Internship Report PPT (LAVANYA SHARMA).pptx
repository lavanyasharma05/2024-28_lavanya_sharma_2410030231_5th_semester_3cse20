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2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5.png"/><Relationship Id="rId4" Type="http://schemas.openxmlformats.org/officeDocument/2006/relationships/image" Target="../media/image14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" y="0"/>
            <a:ext cx="12188761" cy="685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934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9843"/>
            <a:ext cx="5334000" cy="2633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59843"/>
            <a:ext cx="5334000" cy="2633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864643"/>
            <a:ext cx="4910613" cy="314325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Candidate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93268"/>
            <a:ext cx="4676775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475569"/>
                </a:solidFill>
                <a:latin typeface="Inter"/>
              </a:rPr>
              <a:t>Student Name: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275" b="0" i="0" u="none" dirty="0" smtClean="0">
                <a:solidFill>
                  <a:srgbClr val="475569"/>
                </a:solidFill>
                <a:latin typeface="Inter"/>
              </a:rPr>
              <a:t>LAVANYA SHARMA</a:t>
            </a:r>
            <a:endParaRPr sz="1275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3925" y="3631406"/>
            <a:ext cx="4676775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475569"/>
                </a:solidFill>
                <a:latin typeface="Inter"/>
              </a:rPr>
              <a:t>Roll Number: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275" dirty="0" smtClean="0">
                <a:solidFill>
                  <a:srgbClr val="475569"/>
                </a:solidFill>
                <a:latin typeface="Inter"/>
              </a:rPr>
              <a:t>2410030231</a:t>
            </a:r>
            <a:endParaRPr sz="1275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23925" y="3969543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475569"/>
                </a:solidFill>
                <a:latin typeface="Inter"/>
              </a:rPr>
              <a:t>Degree: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B.Tech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(Computer Science &amp; Engineering)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307681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475569"/>
                </a:solidFill>
                <a:latin typeface="Inter"/>
              </a:rPr>
              <a:t>Academic Batch: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 smtClean="0">
                <a:solidFill>
                  <a:srgbClr val="475569"/>
                </a:solidFill>
                <a:latin typeface="Inter"/>
              </a:rPr>
              <a:t>202</a:t>
            </a:r>
            <a:r>
              <a:rPr lang="en-US" sz="1275" b="0" i="0" u="none" dirty="0" smtClean="0">
                <a:solidFill>
                  <a:srgbClr val="475569"/>
                </a:solidFill>
                <a:latin typeface="Inter"/>
              </a:rPr>
              <a:t>4</a:t>
            </a:r>
            <a:r>
              <a:rPr sz="1275" b="0" i="0" u="none" dirty="0" smtClean="0">
                <a:solidFill>
                  <a:srgbClr val="475569"/>
                </a:solidFill>
                <a:latin typeface="Inter"/>
              </a:rPr>
              <a:t>-202</a:t>
            </a:r>
            <a:r>
              <a:rPr lang="en-US" sz="1275" b="0" i="0" u="none" dirty="0" smtClean="0">
                <a:solidFill>
                  <a:srgbClr val="475569"/>
                </a:solidFill>
                <a:latin typeface="Inter"/>
              </a:rPr>
              <a:t>8</a:t>
            </a:r>
            <a:endParaRPr sz="1275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23925" y="464581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University: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IILM University, Greater Noida, U.P.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2864643"/>
            <a:ext cx="4910613" cy="31432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Internship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329326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475569"/>
                </a:solidFill>
                <a:latin typeface="Inter"/>
              </a:rPr>
              <a:t>Program Name: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AICTE –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EduSkills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Virtual </a:t>
            </a:r>
            <a:r>
              <a:rPr sz="1275" b="0" i="0" u="none" dirty="0" smtClean="0">
                <a:solidFill>
                  <a:srgbClr val="475569"/>
                </a:solidFill>
                <a:latin typeface="Inter"/>
              </a:rPr>
              <a:t>Internship</a:t>
            </a:r>
            <a:endParaRPr sz="1275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38925" y="3631406"/>
            <a:ext cx="4676775" cy="219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1275" b="1" i="0" u="none" dirty="0">
                <a:solidFill>
                  <a:srgbClr val="475569"/>
                </a:solidFill>
                <a:latin typeface="Inter"/>
              </a:rPr>
              <a:t>Specialization Domain: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275" dirty="0" smtClean="0">
                <a:solidFill>
                  <a:srgbClr val="475569"/>
                </a:solidFill>
                <a:latin typeface="Inter"/>
              </a:rPr>
              <a:t>Siemens Data Science Master</a:t>
            </a:r>
            <a:endParaRPr sz="1275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38925" y="3969543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Duration: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8 Weeks (June 2026 – August 2026)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925" y="4307681"/>
            <a:ext cx="4676775" cy="2287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1275" b="1" i="0" u="none" dirty="0">
                <a:solidFill>
                  <a:srgbClr val="475569"/>
                </a:solidFill>
                <a:latin typeface="Inter"/>
              </a:rPr>
              <a:t>Certificate ID: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N" sz="1400" dirty="0"/>
              <a:t>45928e8ef68bad7a653e</a:t>
            </a:r>
            <a:endParaRPr sz="1275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38925" y="4645818"/>
            <a:ext cx="4676775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1275" b="1" i="0" u="none" dirty="0">
                <a:solidFill>
                  <a:srgbClr val="475569"/>
                </a:solidFill>
                <a:latin typeface="Inter"/>
              </a:rPr>
              <a:t>Offer Letter Ref: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N" sz="1400" dirty="0" smtClean="0"/>
              <a:t>C17Y2026M081492966 </a:t>
            </a:r>
            <a:endParaRPr sz="1275" b="0" i="0" u="none" dirty="0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912268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2912268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Candidate &amp; Program Overview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6692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66925"/>
            <a:ext cx="5334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EduSkills Academy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is an ISO 9001:2015 and ISO 20000-1:2018 certified organization operating under the vision of </a:t>
            </a:r>
            <a:r>
              <a:rPr sz="1350" b="0" i="1" u="none">
                <a:solidFill>
                  <a:srgbClr val="475569"/>
                </a:solidFill>
                <a:latin typeface="Inter"/>
              </a:rPr>
              <a:t>"Nation Building Through Skills"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3080295"/>
            <a:ext cx="49339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AICTE Collaboration: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Operates under the patronage of the AICTE National Internship Portal to empower engineering talent across India.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980408"/>
            <a:ext cx="49339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Industry Alignment: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Partners with leading global tech organizations to bridge academia and industry gaps in emerging tech.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4880520"/>
            <a:ext cx="4933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Core Focus Domains: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Artificial Intelligence, MLOps, Cloud Computing, Cybersecurity, and Enterprise Automation.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94583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94695"/>
            <a:ext cx="26670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894808"/>
            <a:ext cx="209550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Organization Profile: EduSkills Academy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1382"/>
            <a:ext cx="5334000" cy="27705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91382"/>
            <a:ext cx="5334000" cy="27705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796182"/>
            <a:ext cx="4910613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The Industry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24807"/>
            <a:ext cx="4676775" cy="95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20"/>
              </a:lnSpc>
            </a:pPr>
            <a:r>
              <a:rPr lang="en-US" sz="1400" b="1" dirty="0"/>
              <a:t>Problem: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Organizations generate large amounts of data but need effective methods to transform raw data into meaningful insights and Machine Learning solutions.</a:t>
            </a:r>
            <a:endParaRPr sz="120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38925" y="2796182"/>
            <a:ext cx="4910613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1E3A8A"/>
                </a:solidFill>
                <a:latin typeface="Poppins"/>
              </a:rPr>
              <a:t>The Solution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224807"/>
            <a:ext cx="4676775" cy="1723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400" b="1" dirty="0"/>
              <a:t>Industry Need</a:t>
            </a:r>
            <a:r>
              <a:rPr lang="en-IN" sz="1400" b="1" dirty="0" smtClean="0"/>
              <a:t>:</a:t>
            </a:r>
          </a:p>
          <a:p>
            <a:endParaRPr lang="en-IN" sz="1400" dirty="0"/>
          </a:p>
          <a:p>
            <a:r>
              <a:rPr lang="en-IN" sz="1200" dirty="0"/>
              <a:t>Data-driven decision making </a:t>
            </a:r>
          </a:p>
          <a:p>
            <a:r>
              <a:rPr lang="en-IN" sz="1200" dirty="0"/>
              <a:t>Efficient data processing </a:t>
            </a:r>
          </a:p>
          <a:p>
            <a:r>
              <a:rPr lang="en-IN" sz="1200" dirty="0"/>
              <a:t>Reliable Machine Learning models </a:t>
            </a:r>
          </a:p>
          <a:p>
            <a:r>
              <a:rPr lang="en-IN" sz="1200" dirty="0"/>
              <a:t>Automated data preparation </a:t>
            </a:r>
          </a:p>
          <a:p>
            <a:r>
              <a:rPr lang="en-IN" sz="1200" dirty="0"/>
              <a:t>Model deployment </a:t>
            </a:r>
          </a:p>
          <a:p>
            <a:r>
              <a:rPr lang="en-IN" sz="1200" dirty="0"/>
              <a:t>Model monitoring </a:t>
            </a:r>
          </a:p>
          <a:p>
            <a:r>
              <a:rPr lang="en-IN" sz="1200" dirty="0"/>
              <a:t>Enterprise AI platform management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843807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2843807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Problem Statement &amp; Industry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3878"/>
            <a:ext cx="2583656" cy="28455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1" y="2453878"/>
            <a:ext cx="2583656" cy="28455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453878"/>
            <a:ext cx="2583656" cy="28455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843" y="2453878"/>
            <a:ext cx="2583656" cy="2845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31406" y="3320653"/>
            <a:ext cx="2212776" cy="1461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dirty="0" smtClean="0"/>
              <a:t>Perform </a:t>
            </a:r>
            <a:r>
              <a:rPr lang="en-IN" sz="1600" dirty="0"/>
              <a:t>data </a:t>
            </a:r>
            <a:r>
              <a:rPr lang="en-IN" sz="1600" dirty="0" smtClean="0"/>
              <a:t>transformation</a:t>
            </a:r>
          </a:p>
          <a:p>
            <a:r>
              <a:rPr lang="en-US" sz="1600" dirty="0" smtClean="0"/>
              <a:t>And </a:t>
            </a:r>
          </a:p>
          <a:p>
            <a:r>
              <a:rPr lang="en-IN" sz="1600" dirty="0"/>
              <a:t>Master data preparation</a:t>
            </a:r>
          </a:p>
          <a:p>
            <a:endParaRPr lang="en-IN" sz="1600" dirty="0"/>
          </a:p>
          <a:p>
            <a:pPr algn="l"/>
            <a:endParaRPr sz="15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53187" y="3320653"/>
            <a:ext cx="2212776" cy="144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dirty="0"/>
              <a:t>Develop Machine Learning skills </a:t>
            </a:r>
          </a:p>
          <a:p>
            <a:pPr algn="l"/>
            <a:r>
              <a:rPr lang="en-US" sz="1500" i="0" u="none" dirty="0" smtClean="0">
                <a:solidFill>
                  <a:srgbClr val="0F172A"/>
                </a:solidFill>
                <a:latin typeface="Poppins"/>
              </a:rPr>
              <a:t>And </a:t>
            </a:r>
          </a:p>
          <a:p>
            <a:r>
              <a:rPr lang="en-IN" sz="1600" dirty="0"/>
              <a:t>Understand advanced ML techniques</a:t>
            </a:r>
          </a:p>
          <a:p>
            <a:pPr algn="l"/>
            <a:endParaRPr sz="15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274968" y="3320653"/>
            <a:ext cx="2212776" cy="144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dirty="0"/>
              <a:t>Learn model deployment &amp; monitoring </a:t>
            </a:r>
          </a:p>
          <a:p>
            <a:pPr algn="l"/>
            <a:r>
              <a:rPr lang="en-US" sz="1500" i="0" u="none" dirty="0" smtClean="0">
                <a:solidFill>
                  <a:srgbClr val="0F172A"/>
                </a:solidFill>
                <a:latin typeface="Poppins"/>
              </a:rPr>
              <a:t>And</a:t>
            </a:r>
          </a:p>
          <a:p>
            <a:r>
              <a:rPr lang="en-IN" sz="1600" dirty="0"/>
              <a:t>Understand </a:t>
            </a:r>
            <a:r>
              <a:rPr lang="en-IN" sz="1600" dirty="0" err="1"/>
              <a:t>RapidMiner</a:t>
            </a:r>
            <a:r>
              <a:rPr lang="en-IN" sz="1600" dirty="0"/>
              <a:t> AI Hub</a:t>
            </a:r>
          </a:p>
          <a:p>
            <a:pPr algn="l"/>
            <a:endParaRPr sz="1500" b="1" i="0" u="none" dirty="0">
              <a:solidFill>
                <a:srgbClr val="0F172A"/>
              </a:solidFill>
              <a:latin typeface="Poppin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768203"/>
            <a:ext cx="361950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1406" y="2768203"/>
            <a:ext cx="45720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187" y="2768203"/>
            <a:ext cx="457200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4968" y="2768203"/>
            <a:ext cx="361950" cy="361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Core Project Objectives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5062" y="3987403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809625" y="3268920"/>
            <a:ext cx="201215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Identify </a:t>
            </a:r>
            <a:r>
              <a:rPr lang="en-IN" sz="1600" dirty="0"/>
              <a:t>AI/ML business use cases</a:t>
            </a:r>
          </a:p>
          <a:p>
            <a:r>
              <a:rPr lang="en-US" sz="1600" dirty="0" smtClean="0"/>
              <a:t>And</a:t>
            </a:r>
          </a:p>
          <a:p>
            <a:r>
              <a:rPr lang="en-IN" sz="1600" dirty="0"/>
              <a:t>Understand Data Engineering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5068"/>
            <a:ext cx="2583656" cy="2843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1" y="2455068"/>
            <a:ext cx="2583656" cy="2843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455068"/>
            <a:ext cx="2583656" cy="28432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843" y="2455068"/>
            <a:ext cx="2583656" cy="2843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21843"/>
            <a:ext cx="221277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600" b="1" dirty="0"/>
              <a:t>Data Layer</a:t>
            </a:r>
            <a:endParaRPr sz="15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9625" y="3702843"/>
            <a:ext cx="2107406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31"/>
              </a:lnSpc>
            </a:pPr>
            <a:r>
              <a:rPr lang="en-IN" sz="1400" dirty="0"/>
              <a:t>Data </a:t>
            </a:r>
            <a:r>
              <a:rPr lang="en-IN" sz="1400" dirty="0" smtClean="0"/>
              <a:t>Engineering</a:t>
            </a:r>
          </a:p>
          <a:p>
            <a:pPr>
              <a:lnSpc>
                <a:spcPts val="1631"/>
              </a:lnSpc>
            </a:pPr>
            <a:endParaRPr lang="en-IN" sz="1400" dirty="0" smtClean="0"/>
          </a:p>
          <a:p>
            <a:pPr>
              <a:lnSpc>
                <a:spcPts val="1631"/>
              </a:lnSpc>
            </a:pPr>
            <a:r>
              <a:rPr lang="en-IN" sz="1400" dirty="0"/>
              <a:t>Data </a:t>
            </a:r>
            <a:r>
              <a:rPr lang="en-IN" sz="1400" dirty="0" smtClean="0"/>
              <a:t>Transformation</a:t>
            </a:r>
          </a:p>
          <a:p>
            <a:pPr>
              <a:lnSpc>
                <a:spcPts val="1631"/>
              </a:lnSpc>
            </a:pPr>
            <a:endParaRPr lang="en-IN" sz="1400" dirty="0" smtClean="0"/>
          </a:p>
          <a:p>
            <a:pPr>
              <a:lnSpc>
                <a:spcPts val="1631"/>
              </a:lnSpc>
            </a:pPr>
            <a:r>
              <a:rPr lang="en-IN" sz="1400" dirty="0"/>
              <a:t>Data </a:t>
            </a:r>
            <a:r>
              <a:rPr lang="en-IN" sz="1400" dirty="0" smtClean="0"/>
              <a:t>Preparation</a:t>
            </a:r>
            <a:endParaRPr sz="1125" b="0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31406" y="3321843"/>
            <a:ext cx="221277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600" b="1" dirty="0"/>
              <a:t>ML Layer</a:t>
            </a:r>
            <a:endParaRPr lang="en-IN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3631406" y="3702843"/>
            <a:ext cx="2107406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31"/>
              </a:lnSpc>
            </a:pPr>
            <a:r>
              <a:rPr lang="en-IN" sz="1400" dirty="0"/>
              <a:t>Machine </a:t>
            </a:r>
            <a:r>
              <a:rPr lang="en-IN" sz="1400" dirty="0" smtClean="0"/>
              <a:t>Learning</a:t>
            </a:r>
          </a:p>
          <a:p>
            <a:pPr>
              <a:lnSpc>
                <a:spcPts val="1631"/>
              </a:lnSpc>
            </a:pPr>
            <a:endParaRPr lang="en-US" sz="1400" b="0" i="0" u="none" dirty="0">
              <a:solidFill>
                <a:srgbClr val="64748B"/>
              </a:solidFill>
              <a:latin typeface="Inter"/>
            </a:endParaRPr>
          </a:p>
          <a:p>
            <a:pPr>
              <a:lnSpc>
                <a:spcPts val="1631"/>
              </a:lnSpc>
            </a:pPr>
            <a:r>
              <a:rPr lang="en-IN" sz="1400" dirty="0"/>
              <a:t>Advanced ML </a:t>
            </a:r>
          </a:p>
          <a:p>
            <a:pPr>
              <a:lnSpc>
                <a:spcPts val="1631"/>
              </a:lnSpc>
            </a:pPr>
            <a:endParaRPr sz="1125" b="0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53187" y="3321843"/>
            <a:ext cx="221277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600" b="1" dirty="0"/>
              <a:t>Operations Layer</a:t>
            </a:r>
            <a:endParaRPr lang="en-IN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6453187" y="3702843"/>
            <a:ext cx="2107406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31"/>
              </a:lnSpc>
            </a:pPr>
            <a:r>
              <a:rPr lang="en-IN" sz="1400" dirty="0"/>
              <a:t>Model </a:t>
            </a:r>
            <a:r>
              <a:rPr lang="en-IN" sz="1400" dirty="0" smtClean="0"/>
              <a:t>Deployment</a:t>
            </a:r>
          </a:p>
          <a:p>
            <a:pPr>
              <a:lnSpc>
                <a:spcPts val="1631"/>
              </a:lnSpc>
            </a:pPr>
            <a:endParaRPr lang="en-US" sz="1400" b="0" i="0" u="none" dirty="0">
              <a:solidFill>
                <a:srgbClr val="64748B"/>
              </a:solidFill>
              <a:latin typeface="Inter"/>
            </a:endParaRPr>
          </a:p>
          <a:p>
            <a:pPr>
              <a:lnSpc>
                <a:spcPts val="1631"/>
              </a:lnSpc>
            </a:pPr>
            <a:r>
              <a:rPr lang="en-IN" sz="1400" dirty="0"/>
              <a:t>Model Monitoring</a:t>
            </a:r>
            <a:endParaRPr sz="1400" b="0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74968" y="3321843"/>
            <a:ext cx="221277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600" b="1" dirty="0"/>
              <a:t>Platform Layer</a:t>
            </a:r>
            <a:endParaRPr lang="en-IN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9274968" y="3702843"/>
            <a:ext cx="2107406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31"/>
              </a:lnSpc>
            </a:pPr>
            <a:r>
              <a:rPr lang="en-IN" sz="1400" dirty="0" err="1"/>
              <a:t>RapidMiner</a:t>
            </a:r>
            <a:r>
              <a:rPr lang="en-IN" sz="1400" dirty="0"/>
              <a:t> AI </a:t>
            </a:r>
            <a:r>
              <a:rPr lang="en-IN" sz="1400" dirty="0" smtClean="0"/>
              <a:t>Hub</a:t>
            </a:r>
          </a:p>
          <a:p>
            <a:pPr>
              <a:lnSpc>
                <a:spcPts val="1631"/>
              </a:lnSpc>
            </a:pPr>
            <a:endParaRPr lang="en-US" sz="1400" b="0" i="0" u="none" dirty="0">
              <a:solidFill>
                <a:srgbClr val="64748B"/>
              </a:solidFill>
              <a:latin typeface="Inter"/>
            </a:endParaRPr>
          </a:p>
          <a:p>
            <a:pPr>
              <a:lnSpc>
                <a:spcPts val="1631"/>
              </a:lnSpc>
            </a:pPr>
            <a:r>
              <a:rPr lang="en-IN" sz="1400" dirty="0"/>
              <a:t>AI Platform Administration</a:t>
            </a:r>
            <a:endParaRPr sz="1400" b="0" i="0" u="none" dirty="0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769393"/>
            <a:ext cx="314325" cy="3619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1406" y="2769393"/>
            <a:ext cx="457200" cy="3619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187" y="2769393"/>
            <a:ext cx="361950" cy="3619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4968" y="2769393"/>
            <a:ext cx="361950" cy="3619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Technologies &amp; MLOps Toolchain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68400" y="1544320"/>
            <a:ext cx="342392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Business Problem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Data Access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Data Engineering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Data Preparation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Machine Learning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Model Evaluation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Deployment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Monitoring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AI Platform Management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843280" y="831899"/>
            <a:ext cx="342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DATA SCIENCE LIFE CYCLE</a:t>
            </a:r>
            <a:endParaRPr lang="en-IN" sz="2000" b="1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786" y="944880"/>
            <a:ext cx="4531768" cy="4968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10050"/>
            <a:ext cx="2541240" cy="1369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64581"/>
            <a:ext cx="2541240" cy="13692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210050"/>
            <a:ext cx="2541240" cy="13692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64581"/>
            <a:ext cx="2541240" cy="13692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528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799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705350"/>
            <a:ext cx="2179290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IN" sz="1200" dirty="0"/>
              <a:t>AI/ML Applications &amp; Use Cases</a:t>
            </a:r>
            <a:endParaRPr sz="120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3391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2859881"/>
            <a:ext cx="2179290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IN" sz="1200" dirty="0"/>
              <a:t>Data Engineering</a:t>
            </a:r>
            <a:endParaRPr sz="120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6983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4705350"/>
            <a:ext cx="2179290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IN" sz="1200" dirty="0"/>
              <a:t>Machine Learning</a:t>
            </a:r>
            <a:endParaRPr sz="120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575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2859881"/>
            <a:ext cx="2179290" cy="359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IN" sz="1200" dirty="0"/>
              <a:t>Advanced Data Preparation &amp; Automation</a:t>
            </a:r>
            <a:endParaRPr sz="120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Curriculum Timeline (Weeks 1 to 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5639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9231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2823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6415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10050"/>
            <a:ext cx="2541240" cy="1369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64581"/>
            <a:ext cx="2541240" cy="13692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210050"/>
            <a:ext cx="2541240" cy="13692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64581"/>
            <a:ext cx="2541240" cy="13692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528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799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705350"/>
            <a:ext cx="2179290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IN" sz="1200" dirty="0"/>
              <a:t>Advanced Machine Learning</a:t>
            </a:r>
            <a:endParaRPr sz="120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3391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2859881"/>
            <a:ext cx="2179290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IN" sz="1200" dirty="0"/>
              <a:t>ML Deployment &amp; Monitoring</a:t>
            </a:r>
            <a:endParaRPr sz="120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6983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4705350"/>
            <a:ext cx="2179290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IN" sz="1200" dirty="0" err="1"/>
              <a:t>RapidMiner</a:t>
            </a:r>
            <a:r>
              <a:rPr lang="en-IN" sz="1200" dirty="0"/>
              <a:t> AI Hub Administration</a:t>
            </a:r>
            <a:endParaRPr sz="120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575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2859881"/>
            <a:ext cx="2179290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IN" sz="1200" dirty="0"/>
              <a:t>Enterprise Platform Operations</a:t>
            </a:r>
            <a:endParaRPr sz="120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Curriculum Timeline (Weeks 5 to 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5639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9231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2823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6415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Key Projects &amp; Demonstrated Skills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0720" y="2072640"/>
            <a:ext cx="49479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Technical </a:t>
            </a:r>
            <a:r>
              <a:rPr lang="en-US" b="1" dirty="0" smtClean="0"/>
              <a:t>Skills</a:t>
            </a:r>
          </a:p>
          <a:p>
            <a:endParaRPr lang="en-US" dirty="0"/>
          </a:p>
          <a:p>
            <a:r>
              <a:rPr lang="en-US" dirty="0"/>
              <a:t>Data Engineering </a:t>
            </a:r>
          </a:p>
          <a:p>
            <a:r>
              <a:rPr lang="en-US" dirty="0"/>
              <a:t>Data Preparation </a:t>
            </a:r>
          </a:p>
          <a:p>
            <a:r>
              <a:rPr lang="en-US" dirty="0"/>
              <a:t>Data Transformation </a:t>
            </a:r>
          </a:p>
          <a:p>
            <a:r>
              <a:rPr lang="en-US" dirty="0"/>
              <a:t>Machine Learning </a:t>
            </a:r>
          </a:p>
          <a:p>
            <a:r>
              <a:rPr lang="en-US" dirty="0"/>
              <a:t>Advanced ML concepts </a:t>
            </a:r>
          </a:p>
          <a:p>
            <a:r>
              <a:rPr lang="en-US" dirty="0"/>
              <a:t>ML Deployment </a:t>
            </a:r>
          </a:p>
          <a:p>
            <a:r>
              <a:rPr lang="en-US" dirty="0"/>
              <a:t>Model Monitoring </a:t>
            </a:r>
          </a:p>
          <a:p>
            <a:r>
              <a:rPr lang="en-US" dirty="0" err="1"/>
              <a:t>RapidMiner</a:t>
            </a:r>
            <a:r>
              <a:rPr lang="en-US" dirty="0"/>
              <a:t> AI Hub</a:t>
            </a:r>
          </a:p>
          <a:p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6634480" y="2174240"/>
            <a:ext cx="4754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Professional </a:t>
            </a:r>
            <a:r>
              <a:rPr lang="en-US" b="1" dirty="0" smtClean="0"/>
              <a:t>Skills</a:t>
            </a:r>
          </a:p>
          <a:p>
            <a:endParaRPr lang="en-US" dirty="0"/>
          </a:p>
          <a:p>
            <a:r>
              <a:rPr lang="en-US" dirty="0"/>
              <a:t>Problem solving </a:t>
            </a:r>
          </a:p>
          <a:p>
            <a:r>
              <a:rPr lang="en-US" dirty="0"/>
              <a:t>Technical documentation </a:t>
            </a:r>
          </a:p>
          <a:p>
            <a:r>
              <a:rPr lang="en-US" dirty="0"/>
              <a:t>Data-driven thinking </a:t>
            </a:r>
          </a:p>
          <a:p>
            <a:r>
              <a:rPr lang="en-US" dirty="0"/>
              <a:t>Understanding business use cases </a:t>
            </a:r>
          </a:p>
          <a:p>
            <a:r>
              <a:rPr lang="en-US" dirty="0"/>
              <a:t>Technical presentation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16918"/>
            <a:ext cx="11049000" cy="371951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085128"/>
              </p:ext>
            </p:extLst>
          </p:nvPr>
        </p:nvGraphicFramePr>
        <p:xfrm>
          <a:off x="581025" y="2026443"/>
          <a:ext cx="11029949" cy="3700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5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4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Verification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Official Record / Credential Details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Internship Title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Data Science Master Virtual Internship 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Issuing Organization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EduSkills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Academy (ISO 9001:2015 &amp; ISO 20000-1:2018 Certified)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Academic Patronage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AICTE National Internship Portal &amp;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EduSkills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Foundation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Certificate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 smtClean="0"/>
                        <a:t>45928e8ef68bad7a653e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Offer Letter Ref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 smtClean="0"/>
                        <a:t>C17Y2026M081492966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64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AICTE Student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 smtClean="0"/>
                        <a:t>STU69a6ad6333b1d1772531043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069431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66083" y="3069431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5790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66083" y="35790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4088606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66083" y="4088606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6458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66083" y="46458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5203031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66083" y="5203031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57126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66083" y="57126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Certification &amp; Official Verification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255E-389A-BDCB-F44F-83F7D788B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9509185" cy="841045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0F172A"/>
                </a:solidFill>
                <a:latin typeface="Poppins"/>
              </a:rPr>
              <a:t>Certification &amp; Official Verification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791A47-47E2-3461-88FB-D4A5CF23F357}"/>
              </a:ext>
            </a:extLst>
          </p:cNvPr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804" y="1268400"/>
            <a:ext cx="6294140" cy="53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58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0" y="3424237"/>
            <a:ext cx="7086600" cy="1771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0751" y="1662112"/>
            <a:ext cx="3970496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100" b="1" i="0" u="none" dirty="0">
                <a:solidFill>
                  <a:srgbClr val="0F172A"/>
                </a:solidFill>
                <a:latin typeface="Poppins"/>
              </a:rP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5248275" y="4119562"/>
            <a:ext cx="9525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38475" y="3719512"/>
            <a:ext cx="1828800" cy="609206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dirty="0" smtClean="0">
                <a:solidFill>
                  <a:srgbClr val="1E293B"/>
                </a:solidFill>
                <a:latin typeface="Inter SemiBold"/>
              </a:rPr>
              <a:t>LAVANYA SHARMA</a:t>
            </a:r>
            <a:endParaRPr sz="1650" b="0" i="0" u="none" dirty="0">
              <a:solidFill>
                <a:srgbClr val="1E293B"/>
              </a:solidFill>
              <a:latin typeface="Inter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38475" y="4367212"/>
            <a:ext cx="1828800" cy="184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64748B"/>
                </a:solidFill>
                <a:latin typeface="Inter"/>
              </a:rPr>
              <a:t>Roll </a:t>
            </a:r>
            <a:r>
              <a:rPr sz="1050" b="0" i="0" u="none" dirty="0" smtClean="0">
                <a:solidFill>
                  <a:srgbClr val="64748B"/>
                </a:solidFill>
                <a:latin typeface="Inter"/>
              </a:rPr>
              <a:t>No:</a:t>
            </a:r>
            <a:r>
              <a:rPr lang="en-US" sz="1050" b="0" i="0" u="none" dirty="0" smtClean="0">
                <a:solidFill>
                  <a:srgbClr val="64748B"/>
                </a:solidFill>
                <a:latin typeface="Inter"/>
              </a:rPr>
              <a:t>2410030231</a:t>
            </a:r>
            <a:endParaRPr sz="1050" b="0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38800" y="3719512"/>
            <a:ext cx="3514725" cy="31432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293B"/>
                </a:solidFill>
                <a:latin typeface="Inter SemiBold"/>
              </a:rPr>
              <a:t>School of Computer Science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8800" y="4367212"/>
            <a:ext cx="3514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IILM University, Greater Noida, U.P.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75" y="3748087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3748087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512</Words>
  <Application>Microsoft Office PowerPoint</Application>
  <PresentationFormat>Widescreen</PresentationFormat>
  <Paragraphs>122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Inter</vt:lpstr>
      <vt:lpstr>Inter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Certification &amp; Official Verification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Vignesh Sharma</dc:creator>
  <cp:keywords/>
  <dc:description>generated using python-pptx</dc:description>
  <cp:lastModifiedBy>Vignesh Sharma</cp:lastModifiedBy>
  <cp:revision>7</cp:revision>
  <dcterms:created xsi:type="dcterms:W3CDTF">2013-01-27T09:14:16Z</dcterms:created>
  <dcterms:modified xsi:type="dcterms:W3CDTF">2026-08-30T18:34:31Z</dcterms:modified>
  <cp:category/>
</cp:coreProperties>
</file>